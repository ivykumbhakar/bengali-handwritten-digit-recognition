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8128000" cy="4572000"/>
  <p:notesSz cx="8128000" cy="4572000"/>
  <p:custDataLst>
    <p:tags r:id="rId12"/>
  </p:custDataLst>
  <p:defaultTextStyle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tags" Target="tags/tag1.xml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x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2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3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4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5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6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7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8.jpe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9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 /><Relationship Id="rId3" Type="http://schemas.openxmlformats.org/officeDocument/2006/relationships/image" Target="../media/image10.jpe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3.05.14"/>
  <p:tag name="AS_TITLE" val="Aspose.Slides for .NET 4.0 Client Profile"/>
  <p:tag name="AS_VERSION" val="23.5"/>
</p:tagLst>
</file>

<file path=ppt/theme/theme1.xml><?xml version="1.0" encoding="utf-8"?>
<a:theme xmlns:r="http://schemas.openxmlformats.org/officeDocument/2006/relationships"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10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13">
      <vt:lpstr>Arial</vt:lpstr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Presentation PowerPoint</dc:title>
  <dc:creator>SYSTEM</dc:creator>
  <cp:lastModifiedBy>SYSTEM</cp:lastModifiedBy>
  <cp:revision>1</cp:revision>
  <dcterms:modified xsi:type="dcterms:W3CDTF">2025-02-23T15:21:13Z</dcterms:modified>
</cp:coreProperties>
</file>