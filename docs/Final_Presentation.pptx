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Have Done Previously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Collected Bengali handwritten digit images dataset.</a:t>
            </a:r>
          </a:p>
          <a:p>
            <a:r>
              <a:t>Preprocessed images: grayscale conversion, resizing, normalization.</a:t>
            </a:r>
          </a:p>
          <a:p>
            <a:r>
              <a:t>Built a Convolutional Neural Network (CNN) model using TensorFlow.</a:t>
            </a:r>
          </a:p>
          <a:p>
            <a:r>
              <a:t>Trained the model with training and validation data.</a:t>
            </a:r>
          </a:p>
          <a:p>
            <a:r>
              <a:t>Evaluated model accuracy and performance.</a:t>
            </a:r>
          </a:p>
          <a:p>
            <a:r>
              <a:t>Visualized training progress using accuracy and loss plots.</a:t>
            </a:r>
          </a:p>
          <a:p>
            <a:r>
              <a:t>Tested the model on new handwritten digit images.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We Will Do This Semester (Future 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Enhance dataset with more diverse handwriting samples. </a:t>
            </a:r>
          </a:p>
          <a:p>
            <a:r>
              <a:rPr lang="en-US" dirty="0"/>
              <a:t>Switch to </a:t>
            </a:r>
            <a:r>
              <a:rPr lang="en-US" dirty="0" err="1"/>
              <a:t>Pytorch</a:t>
            </a:r>
            <a:r>
              <a:rPr lang="en-US" dirty="0"/>
              <a:t> reimplement the entire </a:t>
            </a:r>
            <a:r>
              <a:rPr lang="en-US" dirty="0" err="1"/>
              <a:t>pipleline</a:t>
            </a:r>
            <a:r>
              <a:rPr lang="en-US" dirty="0"/>
              <a:t> in </a:t>
            </a:r>
            <a:r>
              <a:rPr lang="en-US" dirty="0" err="1"/>
              <a:t>Pytorch</a:t>
            </a:r>
            <a:r>
              <a:rPr lang="en-US" dirty="0"/>
              <a:t>.</a:t>
            </a:r>
            <a:endParaRPr lang="en-US" sz="3000" dirty="0"/>
          </a:p>
          <a:p>
            <a:r>
              <a:rPr lang="en-US" dirty="0"/>
              <a:t>Apply data augmentation techniques to reduce overfitting.</a:t>
            </a:r>
          </a:p>
          <a:p>
            <a:r>
              <a:rPr lang="en-US" dirty="0"/>
              <a:t>Compare with traditional machine learning classifiers (e.g., SVM, k-NN).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1371600"/>
          <a:ext cx="8229600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t>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Chowdhury et al.,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Achieved 98.2% accuracy on NumtaDB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Rahman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SVM with HOG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Ahmed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Transfer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VGG16 with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96.5%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Khan &amp; Roy,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Ensemble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CNN +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97.8%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Saha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Augmented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ResNet with data 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98.4%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A937A7E-03E9-4BB2-B6A4-D5B20A134E69}"/>
              </a:ext>
            </a:extLst>
          </p:cNvPr>
          <p:cNvSpPr txBox="1"/>
          <p:nvPr/>
        </p:nvSpPr>
        <p:spPr>
          <a:xfrm>
            <a:off x="457200" y="447869"/>
            <a:ext cx="4907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Literature Review </a:t>
            </a:r>
            <a:r>
              <a:rPr lang="en-US" sz="3600" b="1" dirty="0"/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</Words>
  <Application>Microsoft Office PowerPoint</Application>
  <PresentationFormat>On-screen Show (4:3)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What We Have Done Previously</vt:lpstr>
      <vt:lpstr>What We Will Do This Semester (Future Work)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 Have Done Previously</dc:title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2025-04-24T17:21:46Z</dcterms:modified>
  <cp:category/>
</cp:coreProperties>
</file>